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Unit 4 – Coding &amp; Circuits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From Python to Qubits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Coding for Quantum?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We simulate quantum circuits with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It's like rehearsing before the real 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Outcome: by the end, you'll write &amp; run your own circuits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Python Crash Course (Prework)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Watch before class: intro to variables, lists,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We'll only use these basics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Hello Qiskit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```python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from qiskit import QuantumCircuit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qc = QuantumCircuit(1)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qc.h(0)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qc.measure_all()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print(qc.draw())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```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Is a Classical Circuit?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Bits → Gates →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Gates act on 0 or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Many are irreversible (e.g. AND)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What Is a Quantum Circuit?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Qubits → Quantum gates →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Gates here are *reversible matrices*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Qubits can be in superposition until measured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Classical vs Quantum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Classical: AND (❌ irreversible)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Quantum: X/NOT, CNOT/XOR (✅ reversible)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Anatomy of a Quantum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1. Import libs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2. Define circuit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3. Add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4. 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5. Run &amp; collect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In‑Class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1. What does `qc.h(0)` do? (A) Apply H on qubit 0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2. Which is quantum‑specific? (B) Measurement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Python lets us define &amp; simulate quantum circuits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Quantum gates are reversible matrix 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Measurement gives classical output (0 or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→ Up next: Unit 5 – Quantum Algorithms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