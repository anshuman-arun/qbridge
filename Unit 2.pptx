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Telegraf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15383" y="4384839"/>
            <a:ext cx="8848230" cy="8848230"/>
          </a:xfrm>
          <a:custGeom>
            <a:avLst/>
            <a:gdLst/>
            <a:ahLst/>
            <a:cxnLst/>
            <a:rect r="r" b="b" t="t" l="l"/>
            <a:pathLst>
              <a:path h="8848230" w="8848230">
                <a:moveTo>
                  <a:pt x="0" y="0"/>
                </a:moveTo>
                <a:lnTo>
                  <a:pt x="8848230" y="0"/>
                </a:lnTo>
                <a:lnTo>
                  <a:pt x="8848230" y="8848230"/>
                </a:lnTo>
                <a:lnTo>
                  <a:pt x="0" y="884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8562" y="-3319336"/>
            <a:ext cx="8462836" cy="8462836"/>
          </a:xfrm>
          <a:custGeom>
            <a:avLst/>
            <a:gdLst/>
            <a:ahLst/>
            <a:cxnLst/>
            <a:rect r="r" b="b" t="t" l="l"/>
            <a:pathLst>
              <a:path h="8462836" w="8462836">
                <a:moveTo>
                  <a:pt x="0" y="0"/>
                </a:moveTo>
                <a:lnTo>
                  <a:pt x="8462836" y="0"/>
                </a:lnTo>
                <a:lnTo>
                  <a:pt x="8462836" y="8462836"/>
                </a:lnTo>
                <a:lnTo>
                  <a:pt x="0" y="846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4916"/>
            <a:ext cx="322562" cy="278576"/>
          </a:xfrm>
          <a:custGeom>
            <a:avLst/>
            <a:gdLst/>
            <a:ahLst/>
            <a:cxnLst/>
            <a:rect r="r" b="b" t="t" l="l"/>
            <a:pathLst>
              <a:path h="278576" w="322562">
                <a:moveTo>
                  <a:pt x="0" y="0"/>
                </a:moveTo>
                <a:lnTo>
                  <a:pt x="322562" y="0"/>
                </a:lnTo>
                <a:lnTo>
                  <a:pt x="322562" y="278576"/>
                </a:lnTo>
                <a:lnTo>
                  <a:pt x="0" y="2785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00365" y="4099506"/>
            <a:ext cx="8848230" cy="8848230"/>
          </a:xfrm>
          <a:custGeom>
            <a:avLst/>
            <a:gdLst/>
            <a:ahLst/>
            <a:cxnLst/>
            <a:rect r="r" b="b" t="t" l="l"/>
            <a:pathLst>
              <a:path h="8848230" w="8848230">
                <a:moveTo>
                  <a:pt x="0" y="0"/>
                </a:moveTo>
                <a:lnTo>
                  <a:pt x="8848230" y="0"/>
                </a:lnTo>
                <a:lnTo>
                  <a:pt x="8848230" y="8848230"/>
                </a:lnTo>
                <a:lnTo>
                  <a:pt x="0" y="884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72889" y="2393551"/>
            <a:ext cx="7186411" cy="6864749"/>
            <a:chOff x="0" y="0"/>
            <a:chExt cx="1113363" cy="10635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3363" cy="1063529"/>
            </a:xfrm>
            <a:custGeom>
              <a:avLst/>
              <a:gdLst/>
              <a:ahLst/>
              <a:cxnLst/>
              <a:rect r="r" b="b" t="t" l="l"/>
              <a:pathLst>
                <a:path h="1063529" w="1113363">
                  <a:moveTo>
                    <a:pt x="53865" y="0"/>
                  </a:moveTo>
                  <a:lnTo>
                    <a:pt x="1059498" y="0"/>
                  </a:lnTo>
                  <a:cubicBezTo>
                    <a:pt x="1073784" y="0"/>
                    <a:pt x="1087485" y="5675"/>
                    <a:pt x="1097586" y="15777"/>
                  </a:cubicBezTo>
                  <a:cubicBezTo>
                    <a:pt x="1107688" y="25878"/>
                    <a:pt x="1113363" y="39579"/>
                    <a:pt x="1113363" y="53865"/>
                  </a:cubicBezTo>
                  <a:lnTo>
                    <a:pt x="1113363" y="1009664"/>
                  </a:lnTo>
                  <a:cubicBezTo>
                    <a:pt x="1113363" y="1023950"/>
                    <a:pt x="1107688" y="1037651"/>
                    <a:pt x="1097586" y="1047753"/>
                  </a:cubicBezTo>
                  <a:cubicBezTo>
                    <a:pt x="1087485" y="1057854"/>
                    <a:pt x="1073784" y="1063529"/>
                    <a:pt x="1059498" y="1063529"/>
                  </a:cubicBezTo>
                  <a:lnTo>
                    <a:pt x="53865" y="1063529"/>
                  </a:lnTo>
                  <a:cubicBezTo>
                    <a:pt x="24116" y="1063529"/>
                    <a:pt x="0" y="1039413"/>
                    <a:pt x="0" y="1009664"/>
                  </a:cubicBezTo>
                  <a:lnTo>
                    <a:pt x="0" y="53865"/>
                  </a:lnTo>
                  <a:cubicBezTo>
                    <a:pt x="0" y="39579"/>
                    <a:pt x="5675" y="25878"/>
                    <a:pt x="15777" y="15777"/>
                  </a:cubicBezTo>
                  <a:cubicBezTo>
                    <a:pt x="25878" y="5675"/>
                    <a:pt x="39579" y="0"/>
                    <a:pt x="53865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342" r="0" b="-2342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1028700" y="1033462"/>
            <a:ext cx="16230600" cy="0"/>
          </a:xfrm>
          <a:prstGeom prst="line">
            <a:avLst/>
          </a:prstGeom>
          <a:ln cap="flat" w="9525">
            <a:solidFill>
              <a:srgbClr val="FFFFFF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10414" y="240693"/>
            <a:ext cx="663935" cy="587058"/>
          </a:xfrm>
          <a:custGeom>
            <a:avLst/>
            <a:gdLst/>
            <a:ahLst/>
            <a:cxnLst/>
            <a:rect r="r" b="b" t="t" l="l"/>
            <a:pathLst>
              <a:path h="587058" w="663935">
                <a:moveTo>
                  <a:pt x="0" y="0"/>
                </a:moveTo>
                <a:lnTo>
                  <a:pt x="663934" y="0"/>
                </a:lnTo>
                <a:lnTo>
                  <a:pt x="663934" y="587059"/>
                </a:lnTo>
                <a:lnTo>
                  <a:pt x="0" y="5870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22909" y="316893"/>
            <a:ext cx="9826297" cy="52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</a:pPr>
            <a:r>
              <a:rPr lang="en-US" sz="3999" spc="-27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Unit 1 : What is Quantum Computing?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9598" y="268334"/>
            <a:ext cx="1568067" cy="46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-7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qBridge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0414" y="1666439"/>
            <a:ext cx="6374082" cy="425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-11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Quantum computing is...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-11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abc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-11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abc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-11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abc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 spc="-11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abc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DAGrBbi8BPw</dc:identifier>
  <dcterms:modified xsi:type="dcterms:W3CDTF">2011-08-01T06:04:30Z</dcterms:modified>
  <cp:revision>1</cp:revision>
  <dc:title>Blue and Black Modern Quantum Computing Presentation</dc:title>
</cp:coreProperties>
</file>